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063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294B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footb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 DOMAIN-SCOPED CHAT AGENT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guardrailed AFL assistant for teams, players, stats, rules &amp; match predictions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82112" y="452628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3182112" y="4526280"/>
            <a:ext cx="2080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45252" y="452628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445252" y="45262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20356" y="452628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7420356" y="452628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19388" y="452628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819388" y="452628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LangGraph/LangChain agent orchestrates conversation while structured tools own the facts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79320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35352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481072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6032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22064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367784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52744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8776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54496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39456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95488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141208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26168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982200" y="1691640"/>
            <a:ext cx="1630680" cy="960120"/>
          </a:xfrm>
          <a:prstGeom prst="roundRect">
            <a:avLst>
              <a:gd name="adj" fmla="val 7619"/>
            </a:avLst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0027920" y="1691640"/>
            <a:ext cx="1539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handles conversation and tool selection — it never invents AFL statistics; the tools retrieve them.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1179576" y="3813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4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3977640"/>
            <a:ext cx="402336" cy="4023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080" y="475488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Guardrails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816352" y="352044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3447288" y="3813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8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977640"/>
            <a:ext cx="402336" cy="40233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907792" y="475488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084064" y="352044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7"/>
          <p:cNvSpPr/>
          <p:nvPr/>
        </p:nvSpPr>
        <p:spPr>
          <a:xfrm>
            <a:off x="5715000" y="3813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2" descr="icons/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3977640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175504" y="475488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351776" y="352044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0"/>
          <p:cNvSpPr/>
          <p:nvPr/>
        </p:nvSpPr>
        <p:spPr>
          <a:xfrm>
            <a:off x="7982712" y="3813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6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3977640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43216" y="475488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Verification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9619488" y="352044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3"/>
          <p:cNvSpPr/>
          <p:nvPr/>
        </p:nvSpPr>
        <p:spPr>
          <a:xfrm>
            <a:off x="10250424" y="3813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0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016" y="3977640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10928" y="475488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 Retrieval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· structured data, not model memory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762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head-to-head record between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Bulldogs and Carlton?”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EFF3FB"/>
          </a:solidFill>
          <a:ln w="12700">
            <a:solidFill>
              <a:srgbClr val="0E7C7B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23444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🔧  get_team_head_to_head(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00200" y="3794760"/>
            <a:ext cx="4754880" cy="1417320"/>
          </a:xfrm>
          <a:prstGeom prst="roundRect">
            <a:avLst>
              <a:gd name="adj" fmla="val 7742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783080" y="3794760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returns the retrieved head-to-head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— grounded in the AFL dataset, not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model's memory.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demonstrated live for the audience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73736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837944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26680" y="1737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is called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333488" y="2240280"/>
            <a:ext cx="0" cy="502920"/>
          </a:xfrm>
          <a:prstGeom prst="line">
            <a:avLst/>
          </a:prstGeom>
          <a:noFill/>
          <a:ln w="25400">
            <a:solidFill>
              <a:srgbClr val="E2E4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7086600" y="27432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84378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2668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data is retrieved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33488" y="3246120"/>
            <a:ext cx="0" cy="502920"/>
          </a:xfrm>
          <a:prstGeom prst="line">
            <a:avLst/>
          </a:prstGeom>
          <a:noFill/>
          <a:ln w="25400">
            <a:solidFill>
              <a:srgbClr val="E2E4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6"/>
          <p:cNvSpPr/>
          <p:nvPr/>
        </p:nvSpPr>
        <p:spPr>
          <a:xfrm>
            <a:off x="7086600" y="37490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38496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26680" y="3749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verified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7333488" y="4251960"/>
            <a:ext cx="0" cy="502920"/>
          </a:xfrm>
          <a:prstGeom prst="line">
            <a:avLst/>
          </a:prstGeom>
          <a:noFill/>
          <a:ln w="25400">
            <a:solidFill>
              <a:srgbClr val="E2E4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7086600" y="47548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485546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26680" y="4754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returned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Retrieval to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· model-based estimate, not a guaranteed result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762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669280" cy="82296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“Who's more likely to win,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Collingwood or Carlton?”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9718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EFF3FB"/>
          </a:solidFill>
          <a:ln w="12700">
            <a:solidFill>
              <a:srgbClr val="0E7C7B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234440" y="2971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🔧  prediction component invoked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25880" y="37490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508760" y="374904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win-likelihood estimate,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with clear framing as a prediction.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1737360"/>
            <a:ext cx="4069080" cy="4023360"/>
          </a:xfrm>
          <a:prstGeom prst="roundRect">
            <a:avLst>
              <a:gd name="adj" fmla="val 227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9166860" y="210312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026" y="2288286"/>
            <a:ext cx="452628" cy="4526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18120" y="3108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≠ Guarantee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909560" y="370332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version would continuously monitor prediction accuracy and calibration as new seasons and matches become available.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in Scope: AFL Only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· the assistant is not a general-purpose sports chatbot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88720" y="1600200"/>
            <a:ext cx="4206240" cy="4206240"/>
          </a:xfrm>
          <a:prstGeom prst="ellipse">
            <a:avLst/>
          </a:prstGeom>
          <a:solidFill>
            <a:srgbClr val="EDEFF3"/>
          </a:solidFill>
          <a:ln w="19050">
            <a:solidFill>
              <a:srgbClr val="E2E4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057400" y="2468880"/>
            <a:ext cx="2468880" cy="24688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057400" y="24688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· SOCCER · OTHER SPORTS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0" descr="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1525905"/>
            <a:ext cx="377190" cy="3771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17373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6537960" y="1737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the score of last night's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game?”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288036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995160" y="288036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NBA falls outside the AFL domain. The assistant redirects the user back to AFL.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4389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guardrail recognizes out-of-scope topics and redirects — every time.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Resisting Prompt Injection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restriction holds even under explicit override attempts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692640" y="17373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546" y="2128266"/>
            <a:ext cx="955548" cy="9555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8138160" cy="96012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an unrestricted assistant.”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22219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6400800" y="22219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138160" cy="96012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 w="12700">
            <a:solidFill>
              <a:srgbClr val="2C3D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777240" y="320040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offside rule in soccer?”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45643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400800" y="34564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AFL-only policy is enforced independent of user wording — instructions embedded in the prompt cannot override it.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Conversational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demo · references resolve across turns without repetition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head-to-head record between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Bulldogs and Carlton?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29032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10712" y="150876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0E7C7B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639312" y="1737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63931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237744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their star midfielder, Marcus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Bontempelli — disposals in round 11, 2025?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08192" y="29032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150876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501384" y="1737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501384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1384" y="237744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the round before that?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70264" y="29032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34856" y="150876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0E7C7B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9363456" y="1737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9363456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that head-to-head record, who's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win their next matchup?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maintains conversation state, resolves references from prior turns, retrieves new statistics on demand, and reuses earlier discussion as context for a prediction.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factual questions, prediction, scope guardrails, prompt injection, retrieval edge cases &amp; multi-turn flows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test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38328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21792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550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by Groq RPM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905256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897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crashes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4071366"/>
            <a:ext cx="452628" cy="4526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65960" y="37490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31 functional cases completed successfully when API quota was available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965960" y="420624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rate-limited case reflects an external API quota limit, not a confirmed application logic failure — it completed successfully once quota was available.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build proves the architecture; production readiness needs these next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blurRad="63500" dist="25400" dir="5400000" algn="bl" rotWithShape="0">
              <a:srgbClr val="1B1B1B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70662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143000" y="254203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freshness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2552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1143000" y="309067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 accuracy ceiling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380390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1143000" y="363931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LLM / API dependency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1143000" y="418795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" y="490118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1143000" y="473659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ambiguity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68680" y="544982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1143000" y="528523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Grounding-check edge cases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2" name="Image 1" descr="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1997964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6948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583680" y="27066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1"/>
          <p:cNvSpPr/>
          <p:nvPr/>
        </p:nvSpPr>
        <p:spPr>
          <a:xfrm>
            <a:off x="6858000" y="254203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AFL data refresh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583680" y="325526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3"/>
          <p:cNvSpPr/>
          <p:nvPr/>
        </p:nvSpPr>
        <p:spPr>
          <a:xfrm>
            <a:off x="6858000" y="309067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monitoring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583680" y="380390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5"/>
          <p:cNvSpPr/>
          <p:nvPr/>
        </p:nvSpPr>
        <p:spPr>
          <a:xfrm>
            <a:off x="6858000" y="363931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production deployment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583680" y="43525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7"/>
          <p:cNvSpPr/>
          <p:nvPr/>
        </p:nvSpPr>
        <p:spPr>
          <a:xfrm>
            <a:off x="6858000" y="418795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API retry / rate-limit handling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583680" y="49011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9"/>
          <p:cNvSpPr/>
          <p:nvPr/>
        </p:nvSpPr>
        <p:spPr>
          <a:xfrm>
            <a:off x="6858000" y="473659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adversarial testing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583680" y="54498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1"/>
          <p:cNvSpPr/>
          <p:nvPr/>
        </p:nvSpPr>
        <p:spPr>
          <a:xfrm>
            <a:off x="6858000" y="528523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dashboard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486400" cy="5486400"/>
          </a:xfrm>
          <a:prstGeom prst="ellipse">
            <a:avLst/>
          </a:prstGeom>
          <a:solidFill>
            <a:srgbClr val="13294B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87" y="947547"/>
            <a:ext cx="528066" cy="5280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Domain-Locked. Grounded. Production-Bound.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combines conversational AI with structured retrieval, memory, grounding, guardrails and prediction into a single domain-locked AFL assistant.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confirms the core functionality works. Remaining limitations center on production data freshness, model performance and external API reliability.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029200"/>
            <a:ext cx="274320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Domain-Scoped Chat Agent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684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24-NTU-CS-FL-1202</cp:lastModifiedBy>
  <cp:revision>2</cp:revision>
  <dcterms:created xsi:type="dcterms:W3CDTF">2026-08-21T12:56:06Z</dcterms:created>
  <dcterms:modified xsi:type="dcterms:W3CDTF">2026-08-21T13:00:22Z</dcterms:modified>
</cp:coreProperties>
</file>